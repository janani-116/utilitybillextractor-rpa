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1210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Bill Data Extractor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Mini Project using UiPath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2926080"/>
            <a:ext cx="3657600" cy="4572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Studio  |  HTML  |  Excel  |  Gmail SMTP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Automation  |  Data Extraction  |  Email Automation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393192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Problem Statement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often miss utility bill due dates, leading to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Late payment penalties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Service disconnections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Manual tracking of multiple bills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No automated reminders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1148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97280"/>
            <a:ext cx="4114800" cy="411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1155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Our Solution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600200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RPA bot built using UiPath that: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Reads customer data from Excel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Scrapes bill info from a web portal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Updates Excel with bill details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Sends email alerts for unpaid bills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Flow Diagram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371600"/>
            <a:ext cx="1417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371600"/>
            <a:ext cx="1417320" cy="365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4173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" y="18288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28600" y="23774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Excel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" y="27432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Customer IDs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BillData.xlsx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0" y="2340864"/>
            <a:ext cx="256032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1952" y="1371600"/>
            <a:ext cx="1417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01952" y="1371600"/>
            <a:ext cx="1417320" cy="3657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01952" y="14173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901952" y="18288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901952" y="23774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Portal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01952" y="27432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Utility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Portal URL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19272" y="2340864"/>
            <a:ext cx="256032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75304" y="1371600"/>
            <a:ext cx="1417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575304" y="1371600"/>
            <a:ext cx="14173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75304" y="14173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75304" y="18288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75304" y="23774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Data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575304" y="27432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Name, Amount,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 &amp; Status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92624" y="2340864"/>
            <a:ext cx="256032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48656" y="1371600"/>
            <a:ext cx="1417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48656" y="1371600"/>
            <a:ext cx="1417320" cy="365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48656" y="14173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48656" y="18288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248656" y="23774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Excel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48656" y="27432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scraped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Excel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65976" y="2340864"/>
            <a:ext cx="256032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922008" y="1371600"/>
            <a:ext cx="14173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2A87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922008" y="1371600"/>
            <a:ext cx="1417320" cy="365760"/>
          </a:xfrm>
          <a:prstGeom prst="rect">
            <a:avLst/>
          </a:prstGeom>
          <a:solidFill>
            <a:srgbClr val="02A87A"/>
          </a:solidFill>
          <a:ln w="12700">
            <a:solidFill>
              <a:srgbClr val="02A8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22008" y="141732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22008" y="18288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📧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6922008" y="237744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A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Alert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922008" y="27432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reminder for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Unpaid bills only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28600" y="3703320"/>
            <a:ext cx="8686800" cy="411480"/>
          </a:xfrm>
          <a:prstGeom prst="rect">
            <a:avLst/>
          </a:prstGeom>
          <a:solidFill>
            <a:srgbClr val="CCF2E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74904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Loop repeats for each Customer ID until all records are processed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45720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7145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Portal Development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custom HTML utility bill portal with 5 customer records. Portal accepts Customer ID via URL parameter and displays bill details dynamically using JavaScript.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51560"/>
            <a:ext cx="457200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7145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5780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as Data Source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57800" y="15544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BillData.xlsx stores Customer IDs and email addresses as input. The bot writes scraped data (Name, Amount, Due Date, Status, AlertSent) back to Excel automatically.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9718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971800"/>
            <a:ext cx="457200" cy="1691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36347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108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Automation (UiPath)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4747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Go To URL, Get Attribute activities to navigate and scrape data. Selector-based identification ensures correct element targeting across all iterations.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4206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71800"/>
            <a:ext cx="457200" cy="16916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6347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3108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Automation (Gmail SMTP)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7800" y="347472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SMTP Mail Message activity sends personalized reminder emails to customers with Unpaid status using Gmail App Password authentication.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Excel Output — BillData.xlsx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7498080" cy="23774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 Kumar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2026-03-28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TN002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Sharma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2026-03-25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Arun Selvam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TN004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Meena Raj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₹760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2026-03-22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7A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TN005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Karthik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2026-03-30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Unpaid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274320" y="3886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 Alert Output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416052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42062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000" dirty="0">
                <a:solidFill>
                  <a:srgbClr val="1A2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Payment Reminder - TN001
</a:t>
            </a:r>
            <a:r>
              <a:rPr lang="en-US" sz="10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Ravi Kumar, your bill of ₹1250 is due on 2026-03-28...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0" y="3886200"/>
            <a:ext cx="1920240" cy="10515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0" y="3931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4572000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Sent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675120" y="3886200"/>
            <a:ext cx="1920240" cy="10515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675120" y="39319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6675120" y="44805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Processed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Bill Data Extractor — RPA Mini Project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88620" y="2423160"/>
            <a:ext cx="12801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8620" y="24231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Studio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05940" y="2423160"/>
            <a:ext cx="12801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05940" y="24231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Automation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3260" y="2423160"/>
            <a:ext cx="12801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23260" y="24231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Automation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40580" y="2423160"/>
            <a:ext cx="12801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0580" y="24231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57900" y="2423160"/>
            <a:ext cx="12801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7900" y="24231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Portal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75220" y="2423160"/>
            <a:ext cx="128016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5220" y="24231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using UiPath Community Edition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</Words>
  <Application>Microsoft Office PowerPoint</Application>
  <PresentationFormat>On-screen Show (16:9)</PresentationFormat>
  <Paragraphs>118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Utility Bill Data Extractor - RPA Mini Project</dc:title>
  <dc:subject>PptxGenJS Presentation</dc:subject>
  <dc:creator>PptxGenJS</dc:creator>
  <cp:lastModifiedBy>Janani K S</cp:lastModifiedBy>
  <cp:revision>2</cp:revision>
  <dcterms:created xsi:type="dcterms:W3CDTF">2026-03-22T13:25:13Z</dcterms:created>
  <dcterms:modified xsi:type="dcterms:W3CDTF">2026-03-22T13:29:50Z</dcterms:modified>
</cp:coreProperties>
</file>